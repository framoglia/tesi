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5" r:id="rId4"/>
    <p:sldId id="264" r:id="rId5"/>
    <p:sldId id="267" r:id="rId6"/>
    <p:sldId id="268" r:id="rId7"/>
    <p:sldId id="266" r:id="rId8"/>
    <p:sldId id="271" r:id="rId9"/>
    <p:sldId id="269" r:id="rId10"/>
    <p:sldId id="270" r:id="rId11"/>
    <p:sldId id="260" r:id="rId12"/>
    <p:sldId id="261" r:id="rId13"/>
    <p:sldId id="273" r:id="rId14"/>
    <p:sldId id="275" r:id="rId15"/>
    <p:sldId id="276" r:id="rId16"/>
    <p:sldId id="282" r:id="rId17"/>
    <p:sldId id="284" r:id="rId18"/>
    <p:sldId id="283" r:id="rId19"/>
    <p:sldId id="285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83E769-AAC2-446B-8ED0-A3651319513F}" v="13" dt="2025-05-20T08:49:07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Moglia" userId="0d3393897040bdd5" providerId="LiveId" clId="{E8FCF0D0-4553-4EFA-9AF2-229FFA4084C8}"/>
    <pc:docChg chg="undo custSel addSld delSld modSld sldOrd">
      <pc:chgData name="Francesco Moglia" userId="0d3393897040bdd5" providerId="LiveId" clId="{E8FCF0D0-4553-4EFA-9AF2-229FFA4084C8}" dt="2025-03-09T23:28:06.459" v="3795" actId="478"/>
      <pc:docMkLst>
        <pc:docMk/>
      </pc:docMkLst>
      <pc:sldChg chg="addSp delSp modSp mod modShow">
        <pc:chgData name="Francesco Moglia" userId="0d3393897040bdd5" providerId="LiveId" clId="{E8FCF0D0-4553-4EFA-9AF2-229FFA4084C8}" dt="2025-03-09T22:56:31.259" v="3716" actId="478"/>
        <pc:sldMkLst>
          <pc:docMk/>
          <pc:sldMk cId="77460712" sldId="256"/>
        </pc:sldMkLst>
      </pc:sldChg>
      <pc:sldChg chg="addSp delSp modSp del mod ord">
        <pc:chgData name="Francesco Moglia" userId="0d3393897040bdd5" providerId="LiveId" clId="{E8FCF0D0-4553-4EFA-9AF2-229FFA4084C8}" dt="2025-03-07T13:06:01.724" v="2247" actId="2696"/>
        <pc:sldMkLst>
          <pc:docMk/>
          <pc:sldMk cId="1303567351" sldId="258"/>
        </pc:sldMkLst>
      </pc:sldChg>
      <pc:sldChg chg="addSp delSp modSp del mod">
        <pc:chgData name="Francesco Moglia" userId="0d3393897040bdd5" providerId="LiveId" clId="{E8FCF0D0-4553-4EFA-9AF2-229FFA4084C8}" dt="2025-03-07T13:10:20.705" v="2708" actId="47"/>
        <pc:sldMkLst>
          <pc:docMk/>
          <pc:sldMk cId="266137965" sldId="259"/>
        </pc:sldMkLst>
      </pc:sldChg>
      <pc:sldChg chg="addSp delSp modSp new del mod">
        <pc:chgData name="Francesco Moglia" userId="0d3393897040bdd5" providerId="LiveId" clId="{E8FCF0D0-4553-4EFA-9AF2-229FFA4084C8}" dt="2025-02-24T05:49:20.879" v="14" actId="2696"/>
        <pc:sldMkLst>
          <pc:docMk/>
          <pc:sldMk cId="3338402362" sldId="260"/>
        </pc:sldMkLst>
      </pc:sldChg>
      <pc:sldChg chg="addSp delSp modSp new mod">
        <pc:chgData name="Francesco Moglia" userId="0d3393897040bdd5" providerId="LiveId" clId="{E8FCF0D0-4553-4EFA-9AF2-229FFA4084C8}" dt="2025-02-24T08:03:47.735" v="1328" actId="113"/>
        <pc:sldMkLst>
          <pc:docMk/>
          <pc:sldMk cId="4073607334" sldId="260"/>
        </pc:sldMkLst>
        <pc:spChg chg="add mod">
          <ac:chgData name="Francesco Moglia" userId="0d3393897040bdd5" providerId="LiveId" clId="{E8FCF0D0-4553-4EFA-9AF2-229FFA4084C8}" dt="2025-02-24T08:03:47.735" v="1328" actId="113"/>
          <ac:spMkLst>
            <pc:docMk/>
            <pc:sldMk cId="4073607334" sldId="260"/>
            <ac:spMk id="4" creationId="{F3460765-C1B8-64BB-F000-8B3DE40B8C80}"/>
          </ac:spMkLst>
        </pc:spChg>
        <pc:picChg chg="add mod">
          <ac:chgData name="Francesco Moglia" userId="0d3393897040bdd5" providerId="LiveId" clId="{E8FCF0D0-4553-4EFA-9AF2-229FFA4084C8}" dt="2025-02-24T08:02:41.883" v="1235" actId="1076"/>
          <ac:picMkLst>
            <pc:docMk/>
            <pc:sldMk cId="4073607334" sldId="260"/>
            <ac:picMk id="1026" creationId="{4612255D-81D2-89D5-EF21-EE3BB47B091F}"/>
          </ac:picMkLst>
        </pc:picChg>
      </pc:sldChg>
      <pc:sldChg chg="delSp modSp add del mod">
        <pc:chgData name="Francesco Moglia" userId="0d3393897040bdd5" providerId="LiveId" clId="{E8FCF0D0-4553-4EFA-9AF2-229FFA4084C8}" dt="2025-02-24T05:51:31.562" v="97" actId="47"/>
        <pc:sldMkLst>
          <pc:docMk/>
          <pc:sldMk cId="84543689" sldId="261"/>
        </pc:sldMkLst>
      </pc:sldChg>
      <pc:sldChg chg="modSp new mod">
        <pc:chgData name="Francesco Moglia" userId="0d3393897040bdd5" providerId="LiveId" clId="{E8FCF0D0-4553-4EFA-9AF2-229FFA4084C8}" dt="2025-02-24T08:10:48.571" v="1547" actId="20577"/>
        <pc:sldMkLst>
          <pc:docMk/>
          <pc:sldMk cId="2971915669" sldId="261"/>
        </pc:sldMkLst>
        <pc:spChg chg="mod">
          <ac:chgData name="Francesco Moglia" userId="0d3393897040bdd5" providerId="LiveId" clId="{E8FCF0D0-4553-4EFA-9AF2-229FFA4084C8}" dt="2025-02-24T08:09:01.952" v="1355" actId="20577"/>
          <ac:spMkLst>
            <pc:docMk/>
            <pc:sldMk cId="2971915669" sldId="261"/>
            <ac:spMk id="2" creationId="{372AB815-CAD6-8021-9DDA-E6D0FD1700C1}"/>
          </ac:spMkLst>
        </pc:spChg>
      </pc:sldChg>
      <pc:sldChg chg="addSp delSp modSp new mod ord">
        <pc:chgData name="Francesco Moglia" userId="0d3393897040bdd5" providerId="LiveId" clId="{E8FCF0D0-4553-4EFA-9AF2-229FFA4084C8}" dt="2025-03-07T12:54:38.996" v="1616" actId="1076"/>
        <pc:sldMkLst>
          <pc:docMk/>
          <pc:sldMk cId="4087126827" sldId="262"/>
        </pc:sldMkLst>
        <pc:spChg chg="add mod">
          <ac:chgData name="Francesco Moglia" userId="0d3393897040bdd5" providerId="LiveId" clId="{E8FCF0D0-4553-4EFA-9AF2-229FFA4084C8}" dt="2025-03-07T12:54:38.996" v="1616" actId="1076"/>
          <ac:spMkLst>
            <pc:docMk/>
            <pc:sldMk cId="4087126827" sldId="262"/>
            <ac:spMk id="5" creationId="{3B550193-DDC6-7C36-9880-3627E4C48CEF}"/>
          </ac:spMkLst>
        </pc:spChg>
        <pc:picChg chg="add mod">
          <ac:chgData name="Francesco Moglia" userId="0d3393897040bdd5" providerId="LiveId" clId="{E8FCF0D0-4553-4EFA-9AF2-229FFA4084C8}" dt="2025-03-07T12:53:37.087" v="1559" actId="1076"/>
          <ac:picMkLst>
            <pc:docMk/>
            <pc:sldMk cId="4087126827" sldId="262"/>
            <ac:picMk id="4" creationId="{A74136F3-774E-7D9E-1BEF-33EFA5751024}"/>
          </ac:picMkLst>
        </pc:picChg>
      </pc:sldChg>
      <pc:sldChg chg="modSp new mod">
        <pc:chgData name="Francesco Moglia" userId="0d3393897040bdd5" providerId="LiveId" clId="{E8FCF0D0-4553-4EFA-9AF2-229FFA4084C8}" dt="2025-03-09T16:15:13.617" v="3431" actId="20577"/>
        <pc:sldMkLst>
          <pc:docMk/>
          <pc:sldMk cId="1015923601" sldId="263"/>
        </pc:sldMkLst>
        <pc:spChg chg="mod">
          <ac:chgData name="Francesco Moglia" userId="0d3393897040bdd5" providerId="LiveId" clId="{E8FCF0D0-4553-4EFA-9AF2-229FFA4084C8}" dt="2025-03-07T12:58:09.339" v="1715" actId="20577"/>
          <ac:spMkLst>
            <pc:docMk/>
            <pc:sldMk cId="1015923601" sldId="263"/>
            <ac:spMk id="2" creationId="{F48079F0-35D0-788C-026C-777B2CCF19D6}"/>
          </ac:spMkLst>
        </pc:spChg>
        <pc:spChg chg="mod">
          <ac:chgData name="Francesco Moglia" userId="0d3393897040bdd5" providerId="LiveId" clId="{E8FCF0D0-4553-4EFA-9AF2-229FFA4084C8}" dt="2025-03-09T16:15:13.617" v="3431" actId="20577"/>
          <ac:spMkLst>
            <pc:docMk/>
            <pc:sldMk cId="1015923601" sldId="263"/>
            <ac:spMk id="3" creationId="{0D490528-F385-1FA0-2F42-10282C716BF0}"/>
          </ac:spMkLst>
        </pc:spChg>
      </pc:sldChg>
      <pc:sldChg chg="modSp new mod">
        <pc:chgData name="Francesco Moglia" userId="0d3393897040bdd5" providerId="LiveId" clId="{E8FCF0D0-4553-4EFA-9AF2-229FFA4084C8}" dt="2025-03-09T16:15:28.700" v="3434" actId="20577"/>
        <pc:sldMkLst>
          <pc:docMk/>
          <pc:sldMk cId="434942868" sldId="264"/>
        </pc:sldMkLst>
        <pc:spChg chg="mod">
          <ac:chgData name="Francesco Moglia" userId="0d3393897040bdd5" providerId="LiveId" clId="{E8FCF0D0-4553-4EFA-9AF2-229FFA4084C8}" dt="2025-03-07T12:58:45.208" v="1731" actId="20577"/>
          <ac:spMkLst>
            <pc:docMk/>
            <pc:sldMk cId="434942868" sldId="264"/>
            <ac:spMk id="2" creationId="{AE9F0AB1-7621-433B-C224-CDF58AB2A096}"/>
          </ac:spMkLst>
        </pc:spChg>
        <pc:spChg chg="mod">
          <ac:chgData name="Francesco Moglia" userId="0d3393897040bdd5" providerId="LiveId" clId="{E8FCF0D0-4553-4EFA-9AF2-229FFA4084C8}" dt="2025-03-09T16:15:28.700" v="3434" actId="20577"/>
          <ac:spMkLst>
            <pc:docMk/>
            <pc:sldMk cId="434942868" sldId="264"/>
            <ac:spMk id="3" creationId="{3B1465B2-871F-52F9-C251-CF709CDF4F68}"/>
          </ac:spMkLst>
        </pc:spChg>
      </pc:sldChg>
      <pc:sldChg chg="addSp delSp modSp add mod">
        <pc:chgData name="Francesco Moglia" userId="0d3393897040bdd5" providerId="LiveId" clId="{E8FCF0D0-4553-4EFA-9AF2-229FFA4084C8}" dt="2025-03-09T16:13:16.923" v="3355" actId="20577"/>
        <pc:sldMkLst>
          <pc:docMk/>
          <pc:sldMk cId="2228290687" sldId="265"/>
        </pc:sldMkLst>
        <pc:spChg chg="mod">
          <ac:chgData name="Francesco Moglia" userId="0d3393897040bdd5" providerId="LiveId" clId="{E8FCF0D0-4553-4EFA-9AF2-229FFA4084C8}" dt="2025-03-07T13:05:33.479" v="2241" actId="20577"/>
          <ac:spMkLst>
            <pc:docMk/>
            <pc:sldMk cId="2228290687" sldId="265"/>
            <ac:spMk id="2" creationId="{EF9BBB6A-BF3E-26FD-82AF-1BBBBF8D264E}"/>
          </ac:spMkLst>
        </pc:spChg>
        <pc:spChg chg="add mod">
          <ac:chgData name="Francesco Moglia" userId="0d3393897040bdd5" providerId="LiveId" clId="{E8FCF0D0-4553-4EFA-9AF2-229FFA4084C8}" dt="2025-03-09T16:13:16.923" v="3355" actId="20577"/>
          <ac:spMkLst>
            <pc:docMk/>
            <pc:sldMk cId="2228290687" sldId="265"/>
            <ac:spMk id="3" creationId="{6792296B-DF27-2FA8-66ED-E42DF680BF11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8" creationId="{61F55F7F-67E4-F7C8-715A-998A8739F682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9" creationId="{6C27062A-3785-601A-BA78-B8DEE67EA547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11" creationId="{586BFAFF-88EA-0988-E9BD-22870AFBD555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12" creationId="{20EAC6B8-85D1-BB10-594F-542FCE935A3C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13" creationId="{124CAF62-E600-45EA-0265-9132269825BC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14" creationId="{ECF65339-F6F3-BC14-4427-C87847BCEF8B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15" creationId="{FCB85A40-8A7D-637C-104E-DF3855C08F82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16" creationId="{44F99755-DBFD-6815-A557-42CC1758853B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17" creationId="{EF936349-7086-B430-DBBA-11299AEA6F4E}"/>
          </ac:spMkLst>
        </pc:spChg>
        <pc:spChg chg="mod">
          <ac:chgData name="Francesco Moglia" userId="0d3393897040bdd5" providerId="LiveId" clId="{E8FCF0D0-4553-4EFA-9AF2-229FFA4084C8}" dt="2025-03-07T13:05:50.358" v="2245"/>
          <ac:spMkLst>
            <pc:docMk/>
            <pc:sldMk cId="2228290687" sldId="265"/>
            <ac:spMk id="23" creationId="{7F115C54-303D-B50B-23A3-EACEA89F7E28}"/>
          </ac:spMkLst>
        </pc:spChg>
        <pc:grpChg chg="mod">
          <ac:chgData name="Francesco Moglia" userId="0d3393897040bdd5" providerId="LiveId" clId="{E8FCF0D0-4553-4EFA-9AF2-229FFA4084C8}" dt="2025-03-07T13:05:54.890" v="2246" actId="1076"/>
          <ac:grpSpMkLst>
            <pc:docMk/>
            <pc:sldMk cId="2228290687" sldId="265"/>
            <ac:grpSpMk id="6" creationId="{04F15453-FC28-9EC5-2044-DBB02A08B864}"/>
          </ac:grpSpMkLst>
        </pc:grpChg>
      </pc:sldChg>
      <pc:sldChg chg="addSp delSp modSp add mod">
        <pc:chgData name="Francesco Moglia" userId="0d3393897040bdd5" providerId="LiveId" clId="{E8FCF0D0-4553-4EFA-9AF2-229FFA4084C8}" dt="2025-03-09T22:56:04.707" v="3713" actId="1076"/>
        <pc:sldMkLst>
          <pc:docMk/>
          <pc:sldMk cId="3188610993" sldId="266"/>
        </pc:sldMkLst>
        <pc:spChg chg="mod">
          <ac:chgData name="Francesco Moglia" userId="0d3393897040bdd5" providerId="LiveId" clId="{E8FCF0D0-4553-4EFA-9AF2-229FFA4084C8}" dt="2025-03-07T13:08:44.214" v="2495" actId="20577"/>
          <ac:spMkLst>
            <pc:docMk/>
            <pc:sldMk cId="3188610993" sldId="266"/>
            <ac:spMk id="2" creationId="{F46BE169-C558-C9DD-E290-AB85559226C5}"/>
          </ac:spMkLst>
        </pc:spChg>
        <pc:spChg chg="mod">
          <ac:chgData name="Francesco Moglia" userId="0d3393897040bdd5" providerId="LiveId" clId="{E8FCF0D0-4553-4EFA-9AF2-229FFA4084C8}" dt="2025-03-07T13:14:13.891" v="2904" actId="33524"/>
          <ac:spMkLst>
            <pc:docMk/>
            <pc:sldMk cId="3188610993" sldId="266"/>
            <ac:spMk id="3" creationId="{1DD92E80-D46B-3BD4-1D7B-1455E2380F8E}"/>
          </ac:spMkLst>
        </pc:spChg>
        <pc:picChg chg="add mod">
          <ac:chgData name="Francesco Moglia" userId="0d3393897040bdd5" providerId="LiveId" clId="{E8FCF0D0-4553-4EFA-9AF2-229FFA4084C8}" dt="2025-03-09T22:56:04.707" v="3713" actId="1076"/>
          <ac:picMkLst>
            <pc:docMk/>
            <pc:sldMk cId="3188610993" sldId="266"/>
            <ac:picMk id="6" creationId="{78E5A042-0B60-199D-FF6C-E3EE6946CEF2}"/>
          </ac:picMkLst>
        </pc:picChg>
      </pc:sldChg>
      <pc:sldChg chg="new del">
        <pc:chgData name="Francesco Moglia" userId="0d3393897040bdd5" providerId="LiveId" clId="{E8FCF0D0-4553-4EFA-9AF2-229FFA4084C8}" dt="2025-03-07T13:11:07.743" v="2711" actId="47"/>
        <pc:sldMkLst>
          <pc:docMk/>
          <pc:sldMk cId="2900823170" sldId="267"/>
        </pc:sldMkLst>
      </pc:sldChg>
      <pc:sldChg chg="addSp delSp modSp new mod">
        <pc:chgData name="Francesco Moglia" userId="0d3393897040bdd5" providerId="LiveId" clId="{E8FCF0D0-4553-4EFA-9AF2-229FFA4084C8}" dt="2025-03-09T18:00:51.778" v="3686" actId="1076"/>
        <pc:sldMkLst>
          <pc:docMk/>
          <pc:sldMk cId="3430553565" sldId="267"/>
        </pc:sldMkLst>
        <pc:spChg chg="mod">
          <ac:chgData name="Francesco Moglia" userId="0d3393897040bdd5" providerId="LiveId" clId="{E8FCF0D0-4553-4EFA-9AF2-229FFA4084C8}" dt="2025-03-09T17:42:33.751" v="3465" actId="20577"/>
          <ac:spMkLst>
            <pc:docMk/>
            <pc:sldMk cId="3430553565" sldId="267"/>
            <ac:spMk id="2" creationId="{3C455C84-FB0F-09DA-89AE-4F1BEA03994C}"/>
          </ac:spMkLst>
        </pc:spChg>
        <pc:graphicFrameChg chg="add mod modGraphic">
          <ac:chgData name="Francesco Moglia" userId="0d3393897040bdd5" providerId="LiveId" clId="{E8FCF0D0-4553-4EFA-9AF2-229FFA4084C8}" dt="2025-03-09T18:00:51.778" v="3686" actId="1076"/>
          <ac:graphicFrameMkLst>
            <pc:docMk/>
            <pc:sldMk cId="3430553565" sldId="267"/>
            <ac:graphicFrameMk id="11" creationId="{1643B0E5-22AE-6C48-5410-F3160B8D15F3}"/>
          </ac:graphicFrameMkLst>
        </pc:graphicFrameChg>
        <pc:picChg chg="add mod ord">
          <ac:chgData name="Francesco Moglia" userId="0d3393897040bdd5" providerId="LiveId" clId="{E8FCF0D0-4553-4EFA-9AF2-229FFA4084C8}" dt="2025-03-09T17:52:33.136" v="3527" actId="1076"/>
          <ac:picMkLst>
            <pc:docMk/>
            <pc:sldMk cId="3430553565" sldId="267"/>
            <ac:picMk id="5" creationId="{239DF683-5D9E-F53A-FDEB-962B2754AFD2}"/>
          </ac:picMkLst>
        </pc:picChg>
        <pc:picChg chg="add mod ord">
          <ac:chgData name="Francesco Moglia" userId="0d3393897040bdd5" providerId="LiveId" clId="{E8FCF0D0-4553-4EFA-9AF2-229FFA4084C8}" dt="2025-03-09T17:54:04.768" v="3540" actId="1076"/>
          <ac:picMkLst>
            <pc:docMk/>
            <pc:sldMk cId="3430553565" sldId="267"/>
            <ac:picMk id="7" creationId="{4739B938-E677-A501-FF9B-4D01B3D78392}"/>
          </ac:picMkLst>
        </pc:picChg>
        <pc:picChg chg="add mod">
          <ac:chgData name="Francesco Moglia" userId="0d3393897040bdd5" providerId="LiveId" clId="{E8FCF0D0-4553-4EFA-9AF2-229FFA4084C8}" dt="2025-03-09T17:54:02.352" v="3539" actId="1076"/>
          <ac:picMkLst>
            <pc:docMk/>
            <pc:sldMk cId="3430553565" sldId="267"/>
            <ac:picMk id="9" creationId="{0D453E64-1641-5373-37A9-96C11BA678E2}"/>
          </ac:picMkLst>
        </pc:picChg>
      </pc:sldChg>
      <pc:sldChg chg="new">
        <pc:chgData name="Francesco Moglia" userId="0d3393897040bdd5" providerId="LiveId" clId="{E8FCF0D0-4553-4EFA-9AF2-229FFA4084C8}" dt="2025-03-09T23:07:29.436" v="3717" actId="680"/>
        <pc:sldMkLst>
          <pc:docMk/>
          <pc:sldMk cId="19382233" sldId="268"/>
        </pc:sldMkLst>
      </pc:sldChg>
      <pc:sldChg chg="addSp delSp modSp new del mod setBg">
        <pc:chgData name="Francesco Moglia" userId="0d3393897040bdd5" providerId="LiveId" clId="{E8FCF0D0-4553-4EFA-9AF2-229FFA4084C8}" dt="2025-03-09T22:56:08.345" v="3714" actId="2696"/>
        <pc:sldMkLst>
          <pc:docMk/>
          <pc:sldMk cId="3685248355" sldId="268"/>
        </pc:sldMkLst>
      </pc:sldChg>
      <pc:sldChg chg="addSp delSp modSp new mod">
        <pc:chgData name="Francesco Moglia" userId="0d3393897040bdd5" providerId="LiveId" clId="{E8FCF0D0-4553-4EFA-9AF2-229FFA4084C8}" dt="2025-03-09T23:28:06.459" v="3795" actId="478"/>
        <pc:sldMkLst>
          <pc:docMk/>
          <pc:sldMk cId="3579989453" sldId="269"/>
        </pc:sldMkLst>
        <pc:picChg chg="add mod modCrop">
          <ac:chgData name="Francesco Moglia" userId="0d3393897040bdd5" providerId="LiveId" clId="{E8FCF0D0-4553-4EFA-9AF2-229FFA4084C8}" dt="2025-03-09T23:27:12.073" v="3784" actId="14100"/>
          <ac:picMkLst>
            <pc:docMk/>
            <pc:sldMk cId="3579989453" sldId="269"/>
            <ac:picMk id="7" creationId="{E5EC4421-44B0-F816-7EA3-715AD35C18B8}"/>
          </ac:picMkLst>
        </pc:picChg>
      </pc:sldChg>
      <pc:sldChg chg="addSp modSp new mod ord">
        <pc:chgData name="Francesco Moglia" userId="0d3393897040bdd5" providerId="LiveId" clId="{E8FCF0D0-4553-4EFA-9AF2-229FFA4084C8}" dt="2025-03-09T23:26:35.654" v="3781"/>
        <pc:sldMkLst>
          <pc:docMk/>
          <pc:sldMk cId="2345041661" sldId="270"/>
        </pc:sldMkLst>
        <pc:picChg chg="add mod modCrop">
          <ac:chgData name="Francesco Moglia" userId="0d3393897040bdd5" providerId="LiveId" clId="{E8FCF0D0-4553-4EFA-9AF2-229FFA4084C8}" dt="2025-03-09T23:26:25.641" v="3777" actId="1076"/>
          <ac:picMkLst>
            <pc:docMk/>
            <pc:sldMk cId="2345041661" sldId="270"/>
            <ac:picMk id="9" creationId="{40AC4A41-606F-6F73-DE0C-2E2113A0CBF0}"/>
          </ac:picMkLst>
        </pc:picChg>
      </pc:sldChg>
      <pc:sldChg chg="addSp modSp new mod ord">
        <pc:chgData name="Francesco Moglia" userId="0d3393897040bdd5" providerId="LiveId" clId="{E8FCF0D0-4553-4EFA-9AF2-229FFA4084C8}" dt="2025-03-09T23:26:33.503" v="3779"/>
        <pc:sldMkLst>
          <pc:docMk/>
          <pc:sldMk cId="3622745210" sldId="271"/>
        </pc:sldMkLst>
        <pc:picChg chg="add mod modCrop">
          <ac:chgData name="Francesco Moglia" userId="0d3393897040bdd5" providerId="LiveId" clId="{E8FCF0D0-4553-4EFA-9AF2-229FFA4084C8}" dt="2025-03-09T23:25:42.586" v="3766" actId="1076"/>
          <ac:picMkLst>
            <pc:docMk/>
            <pc:sldMk cId="3622745210" sldId="271"/>
            <ac:picMk id="5" creationId="{2B432CE7-0C40-5274-995B-078E1D5F8B9F}"/>
          </ac:picMkLst>
        </pc:picChg>
      </pc:sldChg>
    </pc:docChg>
  </pc:docChgLst>
  <pc:docChgLst>
    <pc:chgData name="Francesco Moglia" userId="0d3393897040bdd5" providerId="LiveId" clId="{B083E769-AAC2-446B-8ED0-A3651319513F}"/>
    <pc:docChg chg="undo custSel addSld delSld modSld sldOrd">
      <pc:chgData name="Francesco Moglia" userId="0d3393897040bdd5" providerId="LiveId" clId="{B083E769-AAC2-446B-8ED0-A3651319513F}" dt="2025-05-20T11:05:12.488" v="1595" actId="20577"/>
      <pc:docMkLst>
        <pc:docMk/>
      </pc:docMkLst>
      <pc:sldChg chg="delSp modSp mod">
        <pc:chgData name="Francesco Moglia" userId="0d3393897040bdd5" providerId="LiveId" clId="{B083E769-AAC2-446B-8ED0-A3651319513F}" dt="2025-04-28T11:12:56.818" v="886" actId="478"/>
        <pc:sldMkLst>
          <pc:docMk/>
          <pc:sldMk cId="2228290687" sldId="265"/>
        </pc:sldMkLst>
        <pc:spChg chg="mod">
          <ac:chgData name="Francesco Moglia" userId="0d3393897040bdd5" providerId="LiveId" clId="{B083E769-AAC2-446B-8ED0-A3651319513F}" dt="2025-04-28T11:12:38.548" v="884" actId="20577"/>
          <ac:spMkLst>
            <pc:docMk/>
            <pc:sldMk cId="2228290687" sldId="265"/>
            <ac:spMk id="3" creationId="{6792296B-DF27-2FA8-66ED-E42DF680BF11}"/>
          </ac:spMkLst>
        </pc:spChg>
      </pc:sldChg>
      <pc:sldChg chg="modSp mod">
        <pc:chgData name="Francesco Moglia" userId="0d3393897040bdd5" providerId="LiveId" clId="{B083E769-AAC2-446B-8ED0-A3651319513F}" dt="2025-04-28T13:09:27.959" v="975" actId="20577"/>
        <pc:sldMkLst>
          <pc:docMk/>
          <pc:sldMk cId="1897534818" sldId="273"/>
        </pc:sldMkLst>
        <pc:spChg chg="mod">
          <ac:chgData name="Francesco Moglia" userId="0d3393897040bdd5" providerId="LiveId" clId="{B083E769-AAC2-446B-8ED0-A3651319513F}" dt="2025-04-28T13:09:27.959" v="975" actId="20577"/>
          <ac:spMkLst>
            <pc:docMk/>
            <pc:sldMk cId="1897534818" sldId="273"/>
            <ac:spMk id="2" creationId="{44CB61F2-2B1B-08B9-EF6E-7EA107E7EF16}"/>
          </ac:spMkLst>
        </pc:spChg>
        <pc:spChg chg="mod">
          <ac:chgData name="Francesco Moglia" userId="0d3393897040bdd5" providerId="LiveId" clId="{B083E769-AAC2-446B-8ED0-A3651319513F}" dt="2025-04-28T13:01:54.112" v="956" actId="5793"/>
          <ac:spMkLst>
            <pc:docMk/>
            <pc:sldMk cId="1897534818" sldId="273"/>
            <ac:spMk id="3" creationId="{6622E0DE-FE76-D0E0-F667-784EF553EA2E}"/>
          </ac:spMkLst>
        </pc:spChg>
      </pc:sldChg>
      <pc:sldChg chg="delSp modSp add del mod ord">
        <pc:chgData name="Francesco Moglia" userId="0d3393897040bdd5" providerId="LiveId" clId="{B083E769-AAC2-446B-8ED0-A3651319513F}" dt="2025-04-01T07:19:55.690" v="384" actId="47"/>
        <pc:sldMkLst>
          <pc:docMk/>
          <pc:sldMk cId="3298271804" sldId="274"/>
        </pc:sldMkLst>
      </pc:sldChg>
      <pc:sldChg chg="delSp modSp add mod ord">
        <pc:chgData name="Francesco Moglia" userId="0d3393897040bdd5" providerId="LiveId" clId="{B083E769-AAC2-446B-8ED0-A3651319513F}" dt="2025-05-06T08:37:45.534" v="1176" actId="207"/>
        <pc:sldMkLst>
          <pc:docMk/>
          <pc:sldMk cId="2730354573" sldId="275"/>
        </pc:sldMkLst>
        <pc:spChg chg="mod">
          <ac:chgData name="Francesco Moglia" userId="0d3393897040bdd5" providerId="LiveId" clId="{B083E769-AAC2-446B-8ED0-A3651319513F}" dt="2025-04-28T13:10:19.953" v="999" actId="20577"/>
          <ac:spMkLst>
            <pc:docMk/>
            <pc:sldMk cId="2730354573" sldId="275"/>
            <ac:spMk id="2" creationId="{2733AA66-0882-CF49-EF9D-77E49C55620A}"/>
          </ac:spMkLst>
        </pc:spChg>
        <pc:spChg chg="mod">
          <ac:chgData name="Francesco Moglia" userId="0d3393897040bdd5" providerId="LiveId" clId="{B083E769-AAC2-446B-8ED0-A3651319513F}" dt="2025-05-06T08:37:45.534" v="1176" actId="207"/>
          <ac:spMkLst>
            <pc:docMk/>
            <pc:sldMk cId="2730354573" sldId="275"/>
            <ac:spMk id="4" creationId="{551EC183-35D3-5A81-A647-08BA7055EAB9}"/>
          </ac:spMkLst>
        </pc:spChg>
      </pc:sldChg>
      <pc:sldChg chg="addSp delSp modSp add mod">
        <pc:chgData name="Francesco Moglia" userId="0d3393897040bdd5" providerId="LiveId" clId="{B083E769-AAC2-446B-8ED0-A3651319513F}" dt="2025-05-06T08:37:40.413" v="1175" actId="207"/>
        <pc:sldMkLst>
          <pc:docMk/>
          <pc:sldMk cId="1953609973" sldId="276"/>
        </pc:sldMkLst>
        <pc:spChg chg="mod">
          <ac:chgData name="Francesco Moglia" userId="0d3393897040bdd5" providerId="LiveId" clId="{B083E769-AAC2-446B-8ED0-A3651319513F}" dt="2025-05-06T08:37:40.413" v="1175" actId="207"/>
          <ac:spMkLst>
            <pc:docMk/>
            <pc:sldMk cId="1953609973" sldId="276"/>
            <ac:spMk id="4" creationId="{53AB7B62-4137-3C34-EC26-1084F59A717B}"/>
          </ac:spMkLst>
        </pc:spChg>
        <pc:spChg chg="add mod">
          <ac:chgData name="Francesco Moglia" userId="0d3393897040bdd5" providerId="LiveId" clId="{B083E769-AAC2-446B-8ED0-A3651319513F}" dt="2025-04-28T13:10:36.441" v="1037" actId="20577"/>
          <ac:spMkLst>
            <pc:docMk/>
            <pc:sldMk cId="1953609973" sldId="276"/>
            <ac:spMk id="7" creationId="{70BDE964-B1FD-1B32-0C1F-E3E9C1E40867}"/>
          </ac:spMkLst>
        </pc:spChg>
      </pc:sldChg>
      <pc:sldChg chg="delSp modSp add del mod ord">
        <pc:chgData name="Francesco Moglia" userId="0d3393897040bdd5" providerId="LiveId" clId="{B083E769-AAC2-446B-8ED0-A3651319513F}" dt="2025-04-01T07:19:51.568" v="383" actId="47"/>
        <pc:sldMkLst>
          <pc:docMk/>
          <pc:sldMk cId="2735408201" sldId="276"/>
        </pc:sldMkLst>
      </pc:sldChg>
      <pc:sldChg chg="modSp add del mod">
        <pc:chgData name="Francesco Moglia" userId="0d3393897040bdd5" providerId="LiveId" clId="{B083E769-AAC2-446B-8ED0-A3651319513F}" dt="2025-04-28T13:11:21.546" v="1071" actId="47"/>
        <pc:sldMkLst>
          <pc:docMk/>
          <pc:sldMk cId="2811282302" sldId="277"/>
        </pc:sldMkLst>
      </pc:sldChg>
      <pc:sldChg chg="addSp delSp modSp mod">
        <pc:chgData name="Francesco Moglia" userId="0d3393897040bdd5" providerId="LiveId" clId="{B083E769-AAC2-446B-8ED0-A3651319513F}" dt="2025-04-28T13:01:32.041" v="954"/>
        <pc:sldMkLst>
          <pc:docMk/>
          <pc:sldMk cId="2159143285" sldId="282"/>
        </pc:sldMkLst>
        <pc:spChg chg="add mod">
          <ac:chgData name="Francesco Moglia" userId="0d3393897040bdd5" providerId="LiveId" clId="{B083E769-AAC2-446B-8ED0-A3651319513F}" dt="2025-04-28T13:01:32.041" v="954"/>
          <ac:spMkLst>
            <pc:docMk/>
            <pc:sldMk cId="2159143285" sldId="282"/>
            <ac:spMk id="7" creationId="{2456F165-4D1E-71FC-091C-17B35AD60A3B}"/>
          </ac:spMkLst>
        </pc:spChg>
      </pc:sldChg>
      <pc:sldChg chg="addSp delSp modSp add mod">
        <pc:chgData name="Francesco Moglia" userId="0d3393897040bdd5" providerId="LiveId" clId="{B083E769-AAC2-446B-8ED0-A3651319513F}" dt="2025-05-20T08:50:44.027" v="1236" actId="1076"/>
        <pc:sldMkLst>
          <pc:docMk/>
          <pc:sldMk cId="800266296" sldId="283"/>
        </pc:sldMkLst>
        <pc:spChg chg="del mod">
          <ac:chgData name="Francesco Moglia" userId="0d3393897040bdd5" providerId="LiveId" clId="{B083E769-AAC2-446B-8ED0-A3651319513F}" dt="2025-05-20T08:18:36.900" v="1219" actId="478"/>
          <ac:spMkLst>
            <pc:docMk/>
            <pc:sldMk cId="800266296" sldId="283"/>
            <ac:spMk id="4" creationId="{8836F42B-5C32-EF32-ABF1-1D49F792638C}"/>
          </ac:spMkLst>
        </pc:spChg>
        <pc:spChg chg="mod">
          <ac:chgData name="Francesco Moglia" userId="0d3393897040bdd5" providerId="LiveId" clId="{B083E769-AAC2-446B-8ED0-A3651319513F}" dt="2025-05-20T08:00:52.607" v="1217" actId="20577"/>
          <ac:spMkLst>
            <pc:docMk/>
            <pc:sldMk cId="800266296" sldId="283"/>
            <ac:spMk id="7" creationId="{B715E8D7-70C5-56B8-F5A5-CDD144564C77}"/>
          </ac:spMkLst>
        </pc:spChg>
        <pc:graphicFrameChg chg="add mod">
          <ac:chgData name="Francesco Moglia" userId="0d3393897040bdd5" providerId="LiveId" clId="{B083E769-AAC2-446B-8ED0-A3651319513F}" dt="2025-05-20T08:18:51.588" v="1222"/>
          <ac:graphicFrameMkLst>
            <pc:docMk/>
            <pc:sldMk cId="800266296" sldId="283"/>
            <ac:graphicFrameMk id="2" creationId="{35C818BF-B77D-E1A5-7351-695DA262253F}"/>
          </ac:graphicFrameMkLst>
        </pc:graphicFrameChg>
        <pc:picChg chg="add del mod">
          <ac:chgData name="Francesco Moglia" userId="0d3393897040bdd5" providerId="LiveId" clId="{B083E769-AAC2-446B-8ED0-A3651319513F}" dt="2025-05-20T08:34:08.442" v="1226" actId="478"/>
          <ac:picMkLst>
            <pc:docMk/>
            <pc:sldMk cId="800266296" sldId="283"/>
            <ac:picMk id="3" creationId="{E863C108-5605-BD46-24C2-5168A33675F2}"/>
          </ac:picMkLst>
        </pc:picChg>
        <pc:picChg chg="add mod">
          <ac:chgData name="Francesco Moglia" userId="0d3393897040bdd5" providerId="LiveId" clId="{B083E769-AAC2-446B-8ED0-A3651319513F}" dt="2025-05-20T08:50:44.027" v="1236" actId="1076"/>
          <ac:picMkLst>
            <pc:docMk/>
            <pc:sldMk cId="800266296" sldId="283"/>
            <ac:picMk id="6" creationId="{33812ADB-1239-4C47-555C-97F2B8C0EA2F}"/>
          </ac:picMkLst>
        </pc:picChg>
      </pc:sldChg>
      <pc:sldChg chg="modSp add mod">
        <pc:chgData name="Francesco Moglia" userId="0d3393897040bdd5" providerId="LiveId" clId="{B083E769-AAC2-446B-8ED0-A3651319513F}" dt="2025-05-20T11:05:12.488" v="1595" actId="20577"/>
        <pc:sldMkLst>
          <pc:docMk/>
          <pc:sldMk cId="591680138" sldId="284"/>
        </pc:sldMkLst>
        <pc:spChg chg="mod">
          <ac:chgData name="Francesco Moglia" userId="0d3393897040bdd5" providerId="LiveId" clId="{B083E769-AAC2-446B-8ED0-A3651319513F}" dt="2025-05-20T11:05:12.488" v="1595" actId="20577"/>
          <ac:spMkLst>
            <pc:docMk/>
            <pc:sldMk cId="591680138" sldId="284"/>
            <ac:spMk id="4" creationId="{0E1716A3-2377-C375-C2E4-1973776B6D16}"/>
          </ac:spMkLst>
        </pc:spChg>
      </pc:sldChg>
      <pc:sldChg chg="new del">
        <pc:chgData name="Francesco Moglia" userId="0d3393897040bdd5" providerId="LiveId" clId="{B083E769-AAC2-446B-8ED0-A3651319513F}" dt="2025-05-20T09:24:06.181" v="1238" actId="47"/>
        <pc:sldMkLst>
          <pc:docMk/>
          <pc:sldMk cId="1300916690" sldId="284"/>
        </pc:sldMkLst>
      </pc:sldChg>
      <pc:sldChg chg="new del">
        <pc:chgData name="Francesco Moglia" userId="0d3393897040bdd5" providerId="LiveId" clId="{B083E769-AAC2-446B-8ED0-A3651319513F}" dt="2025-05-20T08:48:18.511" v="1229" actId="680"/>
        <pc:sldMkLst>
          <pc:docMk/>
          <pc:sldMk cId="1889133644" sldId="284"/>
        </pc:sldMkLst>
      </pc:sldChg>
      <pc:sldChg chg="add del">
        <pc:chgData name="Francesco Moglia" userId="0d3393897040bdd5" providerId="LiveId" clId="{B083E769-AAC2-446B-8ED0-A3651319513F}" dt="2025-05-20T08:48:15.127" v="1227" actId="47"/>
        <pc:sldMkLst>
          <pc:docMk/>
          <pc:sldMk cId="2083109674" sldId="2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D2028-6BA4-F532-C8DC-3C6499CE1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152A5-BB44-F6A2-1418-04A3AE66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3CEFA-3A58-D4B0-F13F-7A87205E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5F500-030C-CC46-3A64-69A2B5B4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5684C-4FD2-5175-AA9E-98F398EE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2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C235-1608-946A-CD1E-2BB48CFD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6DAE5-1AA2-941C-8FC3-E3E07AC3D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09964-8459-1D1C-53A2-6ECB4EAA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2BEDD-1FA0-9527-E7DE-8D679E3A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1F503-0321-01E7-96EC-99633D26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8E0C-6B6D-C304-2710-40595211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E0567-5A21-FB1D-31DF-103EB649F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6D187-A3E0-8F64-2833-BA3EF3C6B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A5732-3160-ED37-E18E-F6D7E204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0C9FF-008D-E897-DDA7-4619F490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6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64EC-0C2C-CBDD-7CE1-1C719FE66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E543-A7B7-F47A-C3C3-AB03D43D0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2B237-2DC0-6E46-3C2A-9D6C98286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EF8BF-2E87-C8D7-DCF0-58CE9EAD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971E8-C806-8D89-D81D-A897FE223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40DBB-D661-583C-9C70-CF4C9AC2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98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A352-865C-828F-3970-2072FF7B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D911B-382D-8C6E-DC55-F9706E8A2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5480B-454A-22C7-6906-AE99430C9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92168-070E-EA0C-5980-387C8F07C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17CE2-C3B4-7913-1C1C-9CE50BB6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46882-CEE8-5DBF-729E-82C2C8A5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AF04C-C256-8800-CC06-9C61C535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FA995-911A-54D5-0C29-9002B6B6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F98A2-7876-2500-877A-27343F8CF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AEF5B-D5ED-E0B7-3F48-84BA9392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8546C5-44C3-91B9-0C3D-857A8F83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367F9-0856-D966-0FEF-E06DE9F0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5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55F01-A1E2-FFAD-9FF1-F6AA2DB2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83CB5-5BFD-B846-58AD-567C5B36D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0A46D-A540-9AEB-C750-E87580B0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5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130D-1014-ECE7-88CB-3A6218D6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02E3B-62E4-E270-E379-355089B57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152DF-BDBE-EB14-24DC-499A895D3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33543-E830-DED8-9F00-387CB687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0CC53-BCC4-80B3-7C5B-03815EA4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6BBEA-9ECF-9AC5-0C06-C6B54DC4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E731-9FF9-DAFB-D9F9-49671142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EA422-6F9C-5CC6-6C10-99336BB6D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BF692-0D1F-2DF2-D524-D9DED57C3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60CDD-3AE3-2618-8F9C-F367589F0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E7B6C-724E-AA04-0857-AB4E30E27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5E621-D24C-D6DC-B52B-41F43DB34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22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67FDC-937E-5462-8887-7FFF1CE2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8192F-FFAB-AC5C-A88B-55BF44A16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80457-1ABA-19C8-22D6-FFF8F401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C3BEA-4134-266C-411D-667360CD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329DD-C510-007C-9E4C-6CA63B9B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8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ACB5-2583-8F6D-21D5-020E379A7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C3ED4-0373-0BA4-157D-7AEB988D0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36D3E-9BAA-3830-2351-E04E23650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4408B-6406-D5C3-DF2F-AF2EE6E2F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03D96-C9E5-44BA-77D6-3ACBEDA0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15AE6-3A48-5633-279C-AD6ADC1E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F9319-69B7-ED55-DB1F-586EE18DD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B8442-E49C-DABF-1993-84ADB74E9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BBC2E-DFFE-4CCD-A34E-AEBAB04E60F6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C5331-EAED-20E2-A48B-2255006F5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E9FA-792E-2BE5-579A-5833A37F1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826B6-8241-427D-8D34-2D8282CD9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1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4136F3-774E-7D9E-1BEF-33EFA5751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19" y="291313"/>
            <a:ext cx="8764222" cy="23125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50193-DDC6-7C36-9880-3627E4C48CEF}"/>
              </a:ext>
            </a:extLst>
          </p:cNvPr>
          <p:cNvSpPr txBox="1"/>
          <p:nvPr/>
        </p:nvSpPr>
        <p:spPr>
          <a:xfrm>
            <a:off x="1380029" y="3136612"/>
            <a:ext cx="9431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Distribution system expansion planning optimization</a:t>
            </a:r>
          </a:p>
        </p:txBody>
      </p:sp>
    </p:spTree>
    <p:extLst>
      <p:ext uri="{BB962C8B-B14F-4D97-AF65-F5344CB8AC3E}">
        <p14:creationId xmlns:p14="http://schemas.microsoft.com/office/powerpoint/2010/main" val="408712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79F0-35D0-788C-026C-777B2CCF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objective and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90528-F385-1FA0-2F42-10282C716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start from a traditional approach:</a:t>
            </a:r>
          </a:p>
          <a:p>
            <a:pPr lvl="1"/>
            <a:r>
              <a:rPr lang="en-US" dirty="0"/>
              <a:t>Centralized point of view</a:t>
            </a:r>
          </a:p>
          <a:p>
            <a:pPr lvl="1"/>
            <a:r>
              <a:rPr lang="en-US" dirty="0"/>
              <a:t>Investment in substation and conductors</a:t>
            </a:r>
          </a:p>
          <a:p>
            <a:pPr lvl="1"/>
            <a:r>
              <a:rPr lang="en-US" dirty="0"/>
              <a:t>Minimization of the yearly cost given by:</a:t>
            </a:r>
          </a:p>
          <a:p>
            <a:pPr marL="914400" lvl="2" indent="0">
              <a:buNone/>
            </a:pPr>
            <a:r>
              <a:rPr lang="en-US" dirty="0"/>
              <a:t>amortized investment + operational cost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Subject to Power Flow equation together with budget and topology constraint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923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1EC6-2ACA-8C9E-8BA5-9E4E38F0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BB6A-BF3E-26FD-82AF-1BBBBF8D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 options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F15453-FC28-9EC5-2044-DBB02A08B864}"/>
              </a:ext>
            </a:extLst>
          </p:cNvPr>
          <p:cNvGrpSpPr/>
          <p:nvPr/>
        </p:nvGrpSpPr>
        <p:grpSpPr>
          <a:xfrm>
            <a:off x="838200" y="1819354"/>
            <a:ext cx="3824078" cy="4458663"/>
            <a:chOff x="716002" y="2102000"/>
            <a:chExt cx="3824078" cy="44586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1257014-84D1-C509-666A-A08FAE4DFD4F}"/>
                </a:ext>
              </a:extLst>
            </p:cNvPr>
            <p:cNvGrpSpPr/>
            <p:nvPr/>
          </p:nvGrpSpPr>
          <p:grpSpPr>
            <a:xfrm>
              <a:off x="740727" y="2102000"/>
              <a:ext cx="3799353" cy="3914639"/>
              <a:chOff x="740727" y="2102000"/>
              <a:chExt cx="3799353" cy="391463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6C2D6BA-0999-1F71-1E55-3897437FC2DC}"/>
                  </a:ext>
                </a:extLst>
              </p:cNvPr>
              <p:cNvGrpSpPr/>
              <p:nvPr/>
            </p:nvGrpSpPr>
            <p:grpSpPr>
              <a:xfrm>
                <a:off x="740727" y="2102000"/>
                <a:ext cx="2856166" cy="3914639"/>
                <a:chOff x="713431" y="2238478"/>
                <a:chExt cx="3127073" cy="4316122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EAC6B8-85D1-BB10-594F-542FCE935A3C}"/>
                    </a:ext>
                  </a:extLst>
                </p:cNvPr>
                <p:cNvSpPr/>
                <p:nvPr/>
              </p:nvSpPr>
              <p:spPr>
                <a:xfrm>
                  <a:off x="1275992" y="2238478"/>
                  <a:ext cx="1221474" cy="12007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124CAF62-E600-45EA-0265-9132269825BC}"/>
                    </a:ext>
                  </a:extLst>
                </p:cNvPr>
                <p:cNvSpPr/>
                <p:nvPr/>
              </p:nvSpPr>
              <p:spPr>
                <a:xfrm>
                  <a:off x="1533965" y="2425889"/>
                  <a:ext cx="705528" cy="71650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CF65339-F6F3-BC14-4427-C87847BCEF8B}"/>
                    </a:ext>
                  </a:extLst>
                </p:cNvPr>
                <p:cNvSpPr/>
                <p:nvPr/>
              </p:nvSpPr>
              <p:spPr>
                <a:xfrm>
                  <a:off x="1533965" y="2722728"/>
                  <a:ext cx="705528" cy="71650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FCB85A40-8A7D-637C-104E-DF3855C08F82}"/>
                    </a:ext>
                  </a:extLst>
                </p:cNvPr>
                <p:cNvSpPr/>
                <p:nvPr/>
              </p:nvSpPr>
              <p:spPr>
                <a:xfrm>
                  <a:off x="2688723" y="4123461"/>
                  <a:ext cx="705528" cy="71650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44F99755-DBFD-6815-A557-42CC1758853B}"/>
                    </a:ext>
                  </a:extLst>
                </p:cNvPr>
                <p:cNvSpPr/>
                <p:nvPr/>
              </p:nvSpPr>
              <p:spPr>
                <a:xfrm>
                  <a:off x="2688723" y="4420300"/>
                  <a:ext cx="705528" cy="71650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F936349-7086-B430-DBBA-11299AEA6F4E}"/>
                    </a:ext>
                  </a:extLst>
                </p:cNvPr>
                <p:cNvSpPr/>
                <p:nvPr/>
              </p:nvSpPr>
              <p:spPr>
                <a:xfrm>
                  <a:off x="713431" y="3812974"/>
                  <a:ext cx="3088943" cy="132383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2EFFA147-F5E5-7F50-D9F7-A312D6E1F546}"/>
                    </a:ext>
                  </a:extLst>
                </p:cNvPr>
                <p:cNvCxnSpPr>
                  <a:cxnSpLocks/>
                  <a:stCxn id="14" idx="4"/>
                </p:cNvCxnSpPr>
                <p:nvPr/>
              </p:nvCxnSpPr>
              <p:spPr>
                <a:xfrm>
                  <a:off x="1886729" y="3439235"/>
                  <a:ext cx="0" cy="532096"/>
                </a:xfrm>
                <a:prstGeom prst="line">
                  <a:avLst/>
                </a:prstGeom>
                <a:ln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D1317A8-DD2B-AA4B-1147-70D552DF74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9822" y="3971331"/>
                  <a:ext cx="183166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8A97F56-D360-47FD-5CF5-DD824C440D66}"/>
                    </a:ext>
                  </a:extLst>
                </p:cNvPr>
                <p:cNvCxnSpPr>
                  <a:cxnSpLocks/>
                  <a:endCxn id="15" idx="0"/>
                </p:cNvCxnSpPr>
                <p:nvPr/>
              </p:nvCxnSpPr>
              <p:spPr>
                <a:xfrm>
                  <a:off x="3041487" y="3971331"/>
                  <a:ext cx="0" cy="15213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4FF5C837-2D0A-5AA7-080C-BBD39BF808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9821" y="3971331"/>
                  <a:ext cx="0" cy="153921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2E03BF9-EB7F-4CDE-49D2-E33489DD0469}"/>
                    </a:ext>
                  </a:extLst>
                </p:cNvPr>
                <p:cNvSpPr/>
                <p:nvPr/>
              </p:nvSpPr>
              <p:spPr>
                <a:xfrm>
                  <a:off x="713431" y="5510546"/>
                  <a:ext cx="1013010" cy="104405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Isosceles Triangle 22">
                  <a:extLst>
                    <a:ext uri="{FF2B5EF4-FFF2-40B4-BE49-F238E27FC236}">
                      <a16:creationId xmlns:a16="http://schemas.microsoft.com/office/drawing/2014/main" id="{7F115C54-303D-B50B-23A3-EACEA89F7E28}"/>
                    </a:ext>
                  </a:extLst>
                </p:cNvPr>
                <p:cNvSpPr/>
                <p:nvPr/>
              </p:nvSpPr>
              <p:spPr>
                <a:xfrm>
                  <a:off x="2511825" y="5447294"/>
                  <a:ext cx="1098906" cy="1020336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9598E6B-2F41-80B0-8EBA-D9760026A028}"/>
                    </a:ext>
                  </a:extLst>
                </p:cNvPr>
                <p:cNvCxnSpPr>
                  <a:cxnSpLocks/>
                  <a:endCxn id="23" idx="0"/>
                </p:cNvCxnSpPr>
                <p:nvPr/>
              </p:nvCxnSpPr>
              <p:spPr>
                <a:xfrm>
                  <a:off x="3061278" y="5136807"/>
                  <a:ext cx="0" cy="31048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D26BFAA-9965-1AB2-9463-C069E345C450}"/>
                    </a:ext>
                  </a:extLst>
                </p:cNvPr>
                <p:cNvSpPr txBox="1"/>
                <p:nvPr/>
              </p:nvSpPr>
              <p:spPr>
                <a:xfrm>
                  <a:off x="2674031" y="2671133"/>
                  <a:ext cx="1166473" cy="4072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HV sub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6BFAFF-88EA-0988-E9BD-22870AFBD555}"/>
                  </a:ext>
                </a:extLst>
              </p:cNvPr>
              <p:cNvSpPr txBox="1"/>
              <p:nvPr/>
            </p:nvSpPr>
            <p:spPr>
              <a:xfrm>
                <a:off x="3621239" y="4049345"/>
                <a:ext cx="9188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MV sub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F55F7F-67E4-F7C8-715A-998A8739F682}"/>
                </a:ext>
              </a:extLst>
            </p:cNvPr>
            <p:cNvSpPr txBox="1"/>
            <p:nvPr/>
          </p:nvSpPr>
          <p:spPr>
            <a:xfrm>
              <a:off x="716002" y="6191331"/>
              <a:ext cx="987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MV load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27062A-3785-601A-BA78-B8DEE67EA547}"/>
                </a:ext>
              </a:extLst>
            </p:cNvPr>
            <p:cNvSpPr txBox="1"/>
            <p:nvPr/>
          </p:nvSpPr>
          <p:spPr>
            <a:xfrm>
              <a:off x="2451783" y="6171954"/>
              <a:ext cx="906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LV load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2296B-DF27-2FA8-66ED-E42DF680B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72" y="1760338"/>
            <a:ext cx="7434453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Two voltage levels each with its own substations.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Their locations are optimized from a set of candidates 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29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F0AB1-7621-433B-C224-CDF58AB2A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465B2-871F-52F9-C251-CF709CDF4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start from </a:t>
            </a:r>
            <a:r>
              <a:rPr lang="en-US" dirty="0" err="1"/>
              <a:t>Distflow</a:t>
            </a:r>
            <a:r>
              <a:rPr lang="en-US" dirty="0"/>
              <a:t> with conic relaxation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proceed by linearizing the conic constraint:</a:t>
            </a:r>
          </a:p>
          <a:p>
            <a:pPr lvl="1"/>
            <a:r>
              <a:rPr lang="en-US" dirty="0"/>
              <a:t>Complex power (voltage assumed = 1 </a:t>
            </a:r>
            <a:r>
              <a:rPr lang="en-US" dirty="0" err="1"/>
              <a:t>p.u</a:t>
            </a:r>
            <a:r>
              <a:rPr lang="en-US" dirty="0"/>
              <a:t>.)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Substation limits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4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5C84-FB0F-09DA-89AE-4F1BEA039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Substation limit linearization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DF683-5D9E-F53A-FDEB-962B2754A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39" y="1948430"/>
            <a:ext cx="4992101" cy="3896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453E64-1641-5373-37A9-96C11BA67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101" y="2117308"/>
            <a:ext cx="6619560" cy="2238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39B938-E677-A501-FF9B-4D01B3D78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914" y="1555167"/>
            <a:ext cx="3965429" cy="2063351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643B0E5-22AE-6C48-5410-F3160B8D1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79739"/>
              </p:ext>
            </p:extLst>
          </p:nvPr>
        </p:nvGraphicFramePr>
        <p:xfrm>
          <a:off x="4488251" y="5642904"/>
          <a:ext cx="73224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545">
                  <a:extLst>
                    <a:ext uri="{9D8B030D-6E8A-4147-A177-3AD203B41FA5}">
                      <a16:colId xmlns:a16="http://schemas.microsoft.com/office/drawing/2014/main" val="3005676073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3230004463"/>
                    </a:ext>
                  </a:extLst>
                </a:gridCol>
                <a:gridCol w="1204686">
                  <a:extLst>
                    <a:ext uri="{9D8B030D-6E8A-4147-A177-3AD203B41FA5}">
                      <a16:colId xmlns:a16="http://schemas.microsoft.com/office/drawing/2014/main" val="42476746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01201292"/>
                    </a:ext>
                  </a:extLst>
                </a:gridCol>
                <a:gridCol w="1131505">
                  <a:extLst>
                    <a:ext uri="{9D8B030D-6E8A-4147-A177-3AD203B41FA5}">
                      <a16:colId xmlns:a16="http://schemas.microsoft.com/office/drawing/2014/main" val="1349759384"/>
                    </a:ext>
                  </a:extLst>
                </a:gridCol>
                <a:gridCol w="1220410">
                  <a:extLst>
                    <a:ext uri="{9D8B030D-6E8A-4147-A177-3AD203B41FA5}">
                      <a16:colId xmlns:a16="http://schemas.microsoft.com/office/drawing/2014/main" val="4234150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541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HV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121.728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131.714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124.077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121.712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121.692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117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553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5F44846-4C14-5E90-11FE-14CB67024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Power linearization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3697DD-24E7-2A6C-D9ED-38F9935DE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25" y="1690688"/>
            <a:ext cx="8163046" cy="470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2ECB-936C-EE37-4394-36A5408F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E169-C558-C9DD-E290-AB855592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flow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92E80-D46B-3BD4-1D7B-1455E2380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validate the proposed solution, we compare the operating points computed by the optimization with a complete AC power flow. To do so we build on panda power the proposed net.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E5A042-0B60-199D-FF6C-E3EE6946C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98" y="3191489"/>
            <a:ext cx="7513268" cy="34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1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showing a number of electrical loss&#10;&#10;AI-generated content may be incorrect.">
            <a:extLst>
              <a:ext uri="{FF2B5EF4-FFF2-40B4-BE49-F238E27FC236}">
                <a16:creationId xmlns:a16="http://schemas.microsoft.com/office/drawing/2014/main" id="{2B432CE7-0C40-5274-995B-078E1D5F8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2"/>
          <a:stretch/>
        </p:blipFill>
        <p:spPr>
          <a:xfrm>
            <a:off x="2383963" y="643466"/>
            <a:ext cx="7424074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CA62FD-DD08-D3B8-244A-D84B91ED1141}"/>
              </a:ext>
            </a:extLst>
          </p:cNvPr>
          <p:cNvSpPr txBox="1"/>
          <p:nvPr/>
        </p:nvSpPr>
        <p:spPr>
          <a:xfrm>
            <a:off x="5457372" y="6096000"/>
            <a:ext cx="183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Conic constraint</a:t>
            </a:r>
          </a:p>
        </p:txBody>
      </p:sp>
    </p:spTree>
    <p:extLst>
      <p:ext uri="{BB962C8B-B14F-4D97-AF65-F5344CB8AC3E}">
        <p14:creationId xmlns:p14="http://schemas.microsoft.com/office/powerpoint/2010/main" val="362274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EC4421-44B0-F816-7EA3-715AD35C1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3"/>
          <a:stretch/>
        </p:blipFill>
        <p:spPr>
          <a:xfrm>
            <a:off x="2373739" y="643466"/>
            <a:ext cx="7444522" cy="5571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94A77E-9D80-5DEF-062D-CF49CE732706}"/>
              </a:ext>
            </a:extLst>
          </p:cNvPr>
          <p:cNvSpPr txBox="1"/>
          <p:nvPr/>
        </p:nvSpPr>
        <p:spPr>
          <a:xfrm>
            <a:off x="4898572" y="6110514"/>
            <a:ext cx="3098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block linearized constraint</a:t>
            </a:r>
          </a:p>
        </p:txBody>
      </p:sp>
    </p:spTree>
    <p:extLst>
      <p:ext uri="{BB962C8B-B14F-4D97-AF65-F5344CB8AC3E}">
        <p14:creationId xmlns:p14="http://schemas.microsoft.com/office/powerpoint/2010/main" val="357998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graph showing a number of electrical current&#10;&#10;AI-generated content may be incorrect.">
            <a:extLst>
              <a:ext uri="{FF2B5EF4-FFF2-40B4-BE49-F238E27FC236}">
                <a16:creationId xmlns:a16="http://schemas.microsoft.com/office/drawing/2014/main" id="{40AC4A41-606F-6F73-DE0C-2E2113A0C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1"/>
          <a:stretch/>
        </p:blipFill>
        <p:spPr>
          <a:xfrm>
            <a:off x="2394135" y="643466"/>
            <a:ext cx="7403730" cy="5571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260A56-AC7B-8940-615C-2D0CBF39D8F3}"/>
              </a:ext>
            </a:extLst>
          </p:cNvPr>
          <p:cNvSpPr txBox="1"/>
          <p:nvPr/>
        </p:nvSpPr>
        <p:spPr>
          <a:xfrm>
            <a:off x="4898572" y="6110514"/>
            <a:ext cx="3098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 block linearized constraint</a:t>
            </a:r>
          </a:p>
        </p:txBody>
      </p:sp>
    </p:spTree>
    <p:extLst>
      <p:ext uri="{BB962C8B-B14F-4D97-AF65-F5344CB8AC3E}">
        <p14:creationId xmlns:p14="http://schemas.microsoft.com/office/powerpoint/2010/main" val="234504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460765-C1B8-64BB-F000-8B3DE40B8C80}"/>
              </a:ext>
            </a:extLst>
          </p:cNvPr>
          <p:cNvSpPr txBox="1"/>
          <p:nvPr/>
        </p:nvSpPr>
        <p:spPr>
          <a:xfrm>
            <a:off x="367546" y="1964477"/>
            <a:ext cx="7612982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Integration of Renewable Energy Sources (RES)</a:t>
            </a:r>
          </a:p>
          <a:p>
            <a:endParaRPr lang="en-US" sz="2400" dirty="0"/>
          </a:p>
          <a:p>
            <a:pPr lvl="1"/>
            <a:r>
              <a:rPr lang="en-US" sz="2400" dirty="0"/>
              <a:t>PV is the only option considered.</a:t>
            </a:r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Maximum installation depends on building surface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Two distinct investment PV &amp; Inverter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Linearized capability curve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	</a:t>
            </a:r>
          </a:p>
        </p:txBody>
      </p:sp>
      <p:pic>
        <p:nvPicPr>
          <p:cNvPr id="1026" name="Picture 2" descr="35.800+ Grafiken, lizenzfreie Vektorgrafiken und Clipart zu ...">
            <a:extLst>
              <a:ext uri="{FF2B5EF4-FFF2-40B4-BE49-F238E27FC236}">
                <a16:creationId xmlns:a16="http://schemas.microsoft.com/office/drawing/2014/main" id="{4612255D-81D2-89D5-EF21-EE3BB47B0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87" b="23149"/>
          <a:stretch/>
        </p:blipFill>
        <p:spPr bwMode="auto">
          <a:xfrm>
            <a:off x="8169415" y="901714"/>
            <a:ext cx="3184385" cy="1577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DE6DB4-2293-26A9-C4F2-9BDB4434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PV integration</a:t>
            </a:r>
          </a:p>
        </p:txBody>
      </p:sp>
    </p:spTree>
    <p:extLst>
      <p:ext uri="{BB962C8B-B14F-4D97-AF65-F5344CB8AC3E}">
        <p14:creationId xmlns:p14="http://schemas.microsoft.com/office/powerpoint/2010/main" val="407360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AB815-CAD6-8021-9DDA-E6D0FD170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function for dynamic plotting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A971C-6B9D-7C86-69FE-D8F12D803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91594"/>
            <a:ext cx="9637614" cy="5000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8E123E-D433-1811-3193-E454D0998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998" y="3770889"/>
            <a:ext cx="2530530" cy="260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15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9FFC-41DF-1699-5EE9-F1C37E81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B61F2-2B1B-08B9-EF6E-7EA107E7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Multistage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2E0DE-FE76-D0E0-F667-784EF553EA2E}"/>
              </a:ext>
            </a:extLst>
          </p:cNvPr>
          <p:cNvSpPr txBox="1"/>
          <p:nvPr/>
        </p:nvSpPr>
        <p:spPr>
          <a:xfrm>
            <a:off x="954861" y="1747879"/>
            <a:ext cx="792983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Assumptions: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Addition of fixed installation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Capacities of substations and PV are strictly increasing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Conductors costs must be defined to separate new 	installation and reconductoring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400" dirty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Backward propagation of stages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400" dirty="0">
              <a:solidFill>
                <a:srgbClr val="FF0000"/>
              </a:solidFill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534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1B64-FC87-1AB3-3F0D-09B90E53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1EC183-35D3-5A81-A647-08BA7055EAB9}"/>
              </a:ext>
            </a:extLst>
          </p:cNvPr>
          <p:cNvSpPr txBox="1"/>
          <p:nvPr/>
        </p:nvSpPr>
        <p:spPr>
          <a:xfrm>
            <a:off x="524495" y="2134240"/>
            <a:ext cx="7571303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sz="2800" dirty="0"/>
              <a:t>Fictitious Power for network </a:t>
            </a:r>
            <a:r>
              <a:rPr lang="en-US" sz="2800" dirty="0" err="1"/>
              <a:t>topolgy</a:t>
            </a:r>
            <a:r>
              <a:rPr lang="en-US" sz="2800" dirty="0"/>
              <a:t>	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chemeClr val="accent6"/>
                </a:solidFill>
              </a:rPr>
              <a:t>Vincoli di </a:t>
            </a:r>
            <a:r>
              <a:rPr lang="en-US" sz="2800" dirty="0" err="1">
                <a:solidFill>
                  <a:schemeClr val="accent6"/>
                </a:solidFill>
              </a:rPr>
              <a:t>radialità</a:t>
            </a:r>
            <a:r>
              <a:rPr lang="en-US" sz="2800" dirty="0">
                <a:solidFill>
                  <a:schemeClr val="accent6"/>
                </a:solidFill>
              </a:rPr>
              <a:t> graph based??</a:t>
            </a:r>
            <a:r>
              <a:rPr lang="en-US" sz="2800" dirty="0"/>
              <a:t>		</a:t>
            </a:r>
          </a:p>
          <a:p>
            <a:r>
              <a:rPr lang="en-US" sz="2800" dirty="0"/>
              <a:t>  </a:t>
            </a:r>
            <a:endParaRPr lang="en-US" sz="2800" dirty="0">
              <a:sym typeface="Wingdings" panose="05000000000000000000" pitchFamily="2" charset="2"/>
            </a:endParaRP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US" sz="2800" dirty="0">
                <a:sym typeface="Wingdings" panose="05000000000000000000" pitchFamily="2" charset="2"/>
              </a:rPr>
              <a:t>Implementation of storage 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 Tuning of </a:t>
            </a:r>
            <a:r>
              <a:rPr lang="en-US" sz="2800" dirty="0" err="1">
                <a:sym typeface="Wingdings" panose="05000000000000000000" pitchFamily="2" charset="2"/>
              </a:rPr>
              <a:t>Gurobi</a:t>
            </a:r>
            <a:r>
              <a:rPr lang="en-US" sz="2800" dirty="0">
                <a:sym typeface="Wingdings" panose="05000000000000000000" pitchFamily="2" charset="2"/>
              </a:rPr>
              <a:t> parameters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endParaRPr lang="en-US" sz="2800" dirty="0">
              <a:sym typeface="Wingdings" panose="05000000000000000000" pitchFamily="2" charset="2"/>
            </a:endParaRPr>
          </a:p>
          <a:p>
            <a:pPr marL="457200" indent="-457200">
              <a:buFont typeface="Wingdings" panose="05000000000000000000" pitchFamily="2" charset="2"/>
              <a:buChar char="à"/>
            </a:pPr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3AA66-0882-CF49-EF9D-77E49C55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Topology update and storage</a:t>
            </a:r>
          </a:p>
        </p:txBody>
      </p:sp>
    </p:spTree>
    <p:extLst>
      <p:ext uri="{BB962C8B-B14F-4D97-AF65-F5344CB8AC3E}">
        <p14:creationId xmlns:p14="http://schemas.microsoft.com/office/powerpoint/2010/main" val="2730354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F33F-6981-08D9-52B1-B20D66C6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AB7B62-4137-3C34-EC26-1084F59A717B}"/>
              </a:ext>
            </a:extLst>
          </p:cNvPr>
          <p:cNvSpPr txBox="1"/>
          <p:nvPr/>
        </p:nvSpPr>
        <p:spPr>
          <a:xfrm>
            <a:off x="524495" y="2134240"/>
            <a:ext cx="11242117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Representative days</a:t>
            </a:r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/>
              <a:t> </a:t>
            </a:r>
            <a:r>
              <a:rPr lang="en-US" sz="2800" dirty="0"/>
              <a:t>   </a:t>
            </a:r>
            <a:endParaRPr lang="en-US" sz="2000" dirty="0"/>
          </a:p>
          <a:p>
            <a:r>
              <a:rPr lang="en-US" sz="2800" dirty="0">
                <a:sym typeface="Wingdings" panose="05000000000000000000" pitchFamily="2" charset="2"/>
              </a:rPr>
              <a:t>Load curve for increased consumption and EV +EHP adoption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Modified storage logic (No soc variation between start and end of day)</a:t>
            </a:r>
          </a:p>
          <a:p>
            <a:r>
              <a:rPr lang="en-US" sz="2800" dirty="0" err="1">
                <a:solidFill>
                  <a:schemeClr val="accent6"/>
                </a:solidFill>
                <a:sym typeface="Wingdings" panose="05000000000000000000" pitchFamily="2" charset="2"/>
              </a:rPr>
              <a:t>Tolleranza</a:t>
            </a:r>
            <a:r>
              <a:rPr lang="en-US" sz="2800" dirty="0">
                <a:solidFill>
                  <a:schemeClr val="accent6"/>
                </a:solidFill>
                <a:sym typeface="Wingdings" panose="05000000000000000000" pitchFamily="2" charset="2"/>
              </a:rPr>
              <a:t> sui </a:t>
            </a:r>
            <a:r>
              <a:rPr lang="en-US" sz="2800" dirty="0" err="1">
                <a:solidFill>
                  <a:schemeClr val="accent6"/>
                </a:solidFill>
                <a:sym typeface="Wingdings" panose="05000000000000000000" pitchFamily="2" charset="2"/>
              </a:rPr>
              <a:t>limiti</a:t>
            </a:r>
            <a:r>
              <a:rPr lang="en-US" sz="2800" dirty="0">
                <a:solidFill>
                  <a:schemeClr val="accent6"/>
                </a:solidFill>
                <a:sym typeface="Wingdings" panose="05000000000000000000" pitchFamily="2" charset="2"/>
              </a:rPr>
              <a:t> storage (</a:t>
            </a:r>
            <a:r>
              <a:rPr lang="en-US" sz="2800" dirty="0" err="1">
                <a:solidFill>
                  <a:schemeClr val="accent6"/>
                </a:solidFill>
                <a:sym typeface="Wingdings" panose="05000000000000000000" pitchFamily="2" charset="2"/>
              </a:rPr>
              <a:t>disugualianza</a:t>
            </a:r>
            <a:r>
              <a:rPr lang="en-US" sz="2800" dirty="0">
                <a:solidFill>
                  <a:schemeClr val="accent6"/>
                </a:solidFill>
                <a:sym typeface="Wingdings" panose="05000000000000000000" pitchFamily="2" charset="2"/>
              </a:rPr>
              <a:t>)</a:t>
            </a:r>
            <a:endParaRPr lang="en-US" sz="2000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r>
              <a:rPr lang="en-US" sz="2000" dirty="0"/>
              <a:t> </a:t>
            </a:r>
            <a:r>
              <a:rPr lang="en-US" sz="2800" dirty="0"/>
              <a:t>   </a:t>
            </a:r>
            <a:endParaRPr lang="en-US" sz="2000" dirty="0"/>
          </a:p>
          <a:p>
            <a:r>
              <a:rPr lang="en-US" sz="2800" dirty="0">
                <a:sym typeface="Wingdings" panose="05000000000000000000" pitchFamily="2" charset="2"/>
              </a:rPr>
              <a:t>Modified cost function with RD weights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	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BDE964-B1FD-1B32-0C1F-E3E9C1E4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Representative days and increased load</a:t>
            </a:r>
          </a:p>
        </p:txBody>
      </p:sp>
    </p:spTree>
    <p:extLst>
      <p:ext uri="{BB962C8B-B14F-4D97-AF65-F5344CB8AC3E}">
        <p14:creationId xmlns:p14="http://schemas.microsoft.com/office/powerpoint/2010/main" val="1953609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9C2D-A397-1254-A2E3-8C4C5DEFB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5125DC-C75C-35B5-E5BE-B7FCF489B51D}"/>
              </a:ext>
            </a:extLst>
          </p:cNvPr>
          <p:cNvSpPr txBox="1"/>
          <p:nvPr/>
        </p:nvSpPr>
        <p:spPr>
          <a:xfrm>
            <a:off x="558615" y="1233488"/>
            <a:ext cx="11077648" cy="8802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Fixes: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Identified some bugs caused by tolerances 	 Storage needs fixing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Optimization is getting stuck around 1% gap  	 Why? Is the storage?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Goals: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Analysis of power-flow results in critical conditions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Improving load curves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Rescaling			 Is it necessary?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Efficiencies on storage 	 I need </a:t>
            </a:r>
            <a:r>
              <a:rPr lang="en-US" sz="2800" dirty="0" err="1">
                <a:sym typeface="Wingdings" panose="05000000000000000000" pitchFamily="2" charset="2"/>
              </a:rPr>
              <a:t>P_charge</a:t>
            </a:r>
            <a:r>
              <a:rPr lang="en-US" sz="2800" dirty="0">
                <a:sym typeface="Wingdings" panose="05000000000000000000" pitchFamily="2" charset="2"/>
              </a:rPr>
              <a:t> &amp; </a:t>
            </a:r>
            <a:r>
              <a:rPr lang="en-US" sz="2800" dirty="0" err="1">
                <a:sym typeface="Wingdings" panose="05000000000000000000" pitchFamily="2" charset="2"/>
              </a:rPr>
              <a:t>P_discharge</a:t>
            </a:r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	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456F165-4D1E-71FC-091C-17B35AD60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Updates</a:t>
            </a:r>
          </a:p>
        </p:txBody>
      </p:sp>
    </p:spTree>
    <p:extLst>
      <p:ext uri="{BB962C8B-B14F-4D97-AF65-F5344CB8AC3E}">
        <p14:creationId xmlns:p14="http://schemas.microsoft.com/office/powerpoint/2010/main" val="2159143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7C72-7FDE-E73B-4CEB-6FDFE3EC2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1716A3-2377-C375-C2E4-1973776B6D16}"/>
              </a:ext>
            </a:extLst>
          </p:cNvPr>
          <p:cNvSpPr txBox="1"/>
          <p:nvPr/>
        </p:nvSpPr>
        <p:spPr>
          <a:xfrm>
            <a:off x="377186" y="1603603"/>
            <a:ext cx="1164261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Single hybrid inverter</a:t>
            </a:r>
          </a:p>
          <a:p>
            <a:r>
              <a:rPr lang="en-US" sz="2800" dirty="0">
                <a:sym typeface="Wingdings" panose="05000000000000000000" pitchFamily="2" charset="2"/>
              </a:rPr>
              <a:t>	. DC bus between PV &amp; Storage</a:t>
            </a:r>
          </a:p>
          <a:p>
            <a:r>
              <a:rPr lang="en-US" sz="2800" dirty="0">
                <a:sym typeface="Wingdings" panose="05000000000000000000" pitchFamily="2" charset="2"/>
              </a:rPr>
              <a:t>	. Inverter can inject reactive power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Reactive power should have a cost  Literature around 2€/MVAr</a:t>
            </a:r>
            <a:br>
              <a:rPr lang="en-US" sz="2800" dirty="0">
                <a:sym typeface="Wingdings" panose="05000000000000000000" pitchFamily="2" charset="2"/>
              </a:rPr>
            </a:br>
            <a:br>
              <a:rPr lang="en-US" sz="2800" dirty="0">
                <a:sym typeface="Wingdings" panose="05000000000000000000" pitchFamily="2" charset="2"/>
              </a:rPr>
            </a:br>
            <a:r>
              <a:rPr lang="en-US" sz="2800" dirty="0">
                <a:sym typeface="Wingdings" panose="05000000000000000000" pitchFamily="2" charset="2"/>
              </a:rPr>
              <a:t> Every bus has PV +inverter but the </a:t>
            </a:r>
            <a:r>
              <a:rPr lang="en-US" sz="2800" dirty="0" err="1">
                <a:sym typeface="Wingdings" panose="05000000000000000000" pitchFamily="2" charset="2"/>
              </a:rPr>
              <a:t>oversizeing</a:t>
            </a:r>
            <a:r>
              <a:rPr lang="en-US" sz="2800" dirty="0">
                <a:sym typeface="Wingdings" panose="05000000000000000000" pitchFamily="2" charset="2"/>
              </a:rPr>
              <a:t> is greater at critical buses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26CB5E-EFE5-0BDF-35C2-84A35204D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Updates</a:t>
            </a:r>
          </a:p>
        </p:txBody>
      </p:sp>
    </p:spTree>
    <p:extLst>
      <p:ext uri="{BB962C8B-B14F-4D97-AF65-F5344CB8AC3E}">
        <p14:creationId xmlns:p14="http://schemas.microsoft.com/office/powerpoint/2010/main" val="591680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04BC-5627-6B23-037F-61CFBB0E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715E8D7-70C5-56B8-F5A5-CDD144564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Analysis of load data</a:t>
            </a:r>
          </a:p>
        </p:txBody>
      </p:sp>
      <p:pic>
        <p:nvPicPr>
          <p:cNvPr id="6" name="Picture 5" descr="A blue and orange graph&#10;&#10;AI-generated content may be incorrect.">
            <a:extLst>
              <a:ext uri="{FF2B5EF4-FFF2-40B4-BE49-F238E27FC236}">
                <a16:creationId xmlns:a16="http://schemas.microsoft.com/office/drawing/2014/main" id="{33812ADB-1239-4C47-555C-97F2B8C0E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020" y="1451202"/>
            <a:ext cx="7981959" cy="47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66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D27-4252-4917-5414-A09330629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3BD08D-B661-0A8F-953E-FCDC4D7C53C9}"/>
              </a:ext>
            </a:extLst>
          </p:cNvPr>
          <p:cNvSpPr txBox="1"/>
          <p:nvPr/>
        </p:nvSpPr>
        <p:spPr>
          <a:xfrm>
            <a:off x="795619" y="1746905"/>
            <a:ext cx="958268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The problem is too big to solve on a full campus!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br>
              <a:rPr lang="en-US" sz="2800" dirty="0">
                <a:sym typeface="Wingdings" panose="05000000000000000000" pitchFamily="2" charset="2"/>
              </a:rPr>
            </a:br>
            <a:r>
              <a:rPr lang="en-US" sz="2800" dirty="0">
                <a:sym typeface="Wingdings" panose="05000000000000000000" pitchFamily="2" charset="2"/>
              </a:rPr>
              <a:t>I can fix the best conductor 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Minimum spanning tree is forced to connect every substation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682628-C56B-C887-79A7-ED613FB3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Full campus intractability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AABAD7C-74CA-1CFC-E93B-5DE2F84FA5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55989"/>
              </p:ext>
            </p:extLst>
          </p:nvPr>
        </p:nvGraphicFramePr>
        <p:xfrm>
          <a:off x="5586963" y="3429000"/>
          <a:ext cx="2061312" cy="693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714576" imgH="519214" progId="Package">
                  <p:embed/>
                </p:oleObj>
              </mc:Choice>
              <mc:Fallback>
                <p:oleObj name="Packager Shell Object" showAsIcon="1" r:id="rId2" imgW="1714576" imgH="519214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86963" y="3429000"/>
                        <a:ext cx="2061312" cy="693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1770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776C-A319-5B9C-3490-DC9AF3C9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5012BF-A41C-7172-DDB8-AA6438450B24}"/>
              </a:ext>
            </a:extLst>
          </p:cNvPr>
          <p:cNvSpPr txBox="1"/>
          <p:nvPr/>
        </p:nvSpPr>
        <p:spPr>
          <a:xfrm>
            <a:off x="838200" y="1637724"/>
            <a:ext cx="82801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Starting from obtained topology and line loading try to downgrade conductors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Dividing problem by district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Dividing MV and LV problems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Obtaining a gap with respect to the full problem</a:t>
            </a:r>
          </a:p>
          <a:p>
            <a:endParaRPr lang="en-US" sz="2800" dirty="0">
              <a:sym typeface="Wingdings" panose="05000000000000000000" pitchFamily="2" charset="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F84689-6D87-FFDE-C737-B990D10FC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1761759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Microsoft Office PowerPoint</Application>
  <PresentationFormat>Widescreen</PresentationFormat>
  <Paragraphs>154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Package</vt:lpstr>
      <vt:lpstr>PowerPoint Presentation</vt:lpstr>
      <vt:lpstr>Optimization objective and strategy</vt:lpstr>
      <vt:lpstr>Investment options</vt:lpstr>
      <vt:lpstr>Physical model</vt:lpstr>
      <vt:lpstr>Substation limit linearization</vt:lpstr>
      <vt:lpstr>Power linearization</vt:lpstr>
      <vt:lpstr>Power flow validation</vt:lpstr>
      <vt:lpstr>PowerPoint Presentation</vt:lpstr>
      <vt:lpstr>PowerPoint Presentation</vt:lpstr>
      <vt:lpstr>PowerPoint Presentation</vt:lpstr>
      <vt:lpstr>PV integration</vt:lpstr>
      <vt:lpstr>Visual function for dynamic plotting</vt:lpstr>
      <vt:lpstr>Multistage approach</vt:lpstr>
      <vt:lpstr>Topology update and storage</vt:lpstr>
      <vt:lpstr>Representative days and increased load</vt:lpstr>
      <vt:lpstr>Updates</vt:lpstr>
      <vt:lpstr>Updates</vt:lpstr>
      <vt:lpstr>Analysis of load data</vt:lpstr>
      <vt:lpstr>Full campus intractability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Moglia</dc:creator>
  <cp:lastModifiedBy>Francesco Moglia</cp:lastModifiedBy>
  <cp:revision>13</cp:revision>
  <dcterms:created xsi:type="dcterms:W3CDTF">2025-02-17T06:34:45Z</dcterms:created>
  <dcterms:modified xsi:type="dcterms:W3CDTF">2025-05-28T14:08:32Z</dcterms:modified>
</cp:coreProperties>
</file>